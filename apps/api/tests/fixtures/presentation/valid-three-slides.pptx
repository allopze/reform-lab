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Reform Lab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Fixture de presentacion E2E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Capacidades nuevas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HEIF a PNG</a:t>
            </a:r>
          </a:p>
          <a:p>
            <a:pPr/>
            <a:r>
              <a:t>SVG a PDF vectorial</a:t>
            </a:r>
          </a:p>
          <a:p>
            <a:pPr/>
            <a:r>
              <a:t>Slides multipagina a ZIP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complejo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Deck con tres slides</a:t>
            </a:r>
          </a:p>
          <a:p>
            <a:pPr/>
            <a:r>
              <a:t>ZIP multipagina estable</a:t>
            </a:r>
          </a:p>
          <a:p>
            <a:pPr/>
            <a:r>
              <a:t>Cobertura Docker E2E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